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6968f4c87f43c6" /><Relationship Type="http://schemas.openxmlformats.org/officeDocument/2006/relationships/extended-properties" Target="/docProps/app.xml" Id="R6bc0c007be804c66" /><Relationship Type="http://schemas.openxmlformats.org/officeDocument/2006/relationships/officeDocument" Target="/ppt/presentation.xml" Id="R77d207511d9a41a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e234cab542497c"/>
  </p:sldMasterIdLst>
  <p:notesMasterIdLst>
    <p:notesMasterId xmlns:r="http://schemas.openxmlformats.org/officeDocument/2006/relationships" r:id="R4e8958c60c0f4dba"/>
  </p:notesMasterIdLst>
  <p:sldIdLst>
    <p:sldId xmlns:r="http://schemas.openxmlformats.org/officeDocument/2006/relationships" id="256" r:id="Re858bd18ecf44c9a"/>
    <p:sldId xmlns:r="http://schemas.openxmlformats.org/officeDocument/2006/relationships" id="257" r:id="R13b2d7f0b3574b48"/>
    <p:sldId xmlns:r="http://schemas.openxmlformats.org/officeDocument/2006/relationships" id="258" r:id="R9659738aae704d4c"/>
    <p:sldId xmlns:r="http://schemas.openxmlformats.org/officeDocument/2006/relationships" id="259" r:id="Ra8b7e4cf2a8a496f"/>
    <p:sldId xmlns:r="http://schemas.openxmlformats.org/officeDocument/2006/relationships" id="260" r:id="R3fe720ca4beb4c85"/>
    <p:sldId xmlns:r="http://schemas.openxmlformats.org/officeDocument/2006/relationships" id="261" r:id="R167befd55bd449cc"/>
    <p:sldId xmlns:r="http://schemas.openxmlformats.org/officeDocument/2006/relationships" id="262" r:id="R71755a9968394d72"/>
    <p:sldId xmlns:r="http://schemas.openxmlformats.org/officeDocument/2006/relationships" id="263" r:id="R02fee3ff0494436b"/>
    <p:sldId xmlns:r="http://schemas.openxmlformats.org/officeDocument/2006/relationships" id="264" r:id="R009d5a30e0794f5e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f4314eb0904229" /><Relationship Type="http://schemas.openxmlformats.org/officeDocument/2006/relationships/slideMaster" Target="/ppt/slideMasters/slideMaster1.xml" Id="Rdfe234cab542497c" /><Relationship Type="http://schemas.openxmlformats.org/officeDocument/2006/relationships/notesMaster" Target="/ppt/notesMasters/notesMaster1.xml" Id="R4e8958c60c0f4dba" /><Relationship Type="http://schemas.openxmlformats.org/officeDocument/2006/relationships/presProps" Target="/ppt/presProps.xml" Id="Rbe2f9d9fd3634d58" /><Relationship Type="http://schemas.openxmlformats.org/officeDocument/2006/relationships/viewProps" Target="/ppt/viewProps.xml" Id="R588f432dd14b4f6d" /><Relationship Type="http://schemas.openxmlformats.org/officeDocument/2006/relationships/tableStyles" Target="/ppt/tableStyles.xml" Id="R8bb7223a01d9414a" /><Relationship Type="http://schemas.openxmlformats.org/officeDocument/2006/relationships/slide" Target="/ppt/slides/slide1.xml" Id="Re858bd18ecf44c9a" /><Relationship Type="http://schemas.openxmlformats.org/officeDocument/2006/relationships/slide" Target="/ppt/slides/slide2.xml" Id="R13b2d7f0b3574b48" /><Relationship Type="http://schemas.openxmlformats.org/officeDocument/2006/relationships/slide" Target="/ppt/slides/slide3.xml" Id="R9659738aae704d4c" /><Relationship Type="http://schemas.openxmlformats.org/officeDocument/2006/relationships/slide" Target="/ppt/slides/slide4.xml" Id="Ra8b7e4cf2a8a496f" /><Relationship Type="http://schemas.openxmlformats.org/officeDocument/2006/relationships/slide" Target="/ppt/slides/slide5.xml" Id="R3fe720ca4beb4c85" /><Relationship Type="http://schemas.openxmlformats.org/officeDocument/2006/relationships/slide" Target="/ppt/slides/slide6.xml" Id="R167befd55bd449cc" /><Relationship Type="http://schemas.openxmlformats.org/officeDocument/2006/relationships/slide" Target="/ppt/slides/slide7.xml" Id="R71755a9968394d72" /><Relationship Type="http://schemas.openxmlformats.org/officeDocument/2006/relationships/slide" Target="/ppt/slides/slide8.xml" Id="R02fee3ff0494436b" /><Relationship Type="http://schemas.openxmlformats.org/officeDocument/2006/relationships/slide" Target="/ppt/slides/slide9.xml" Id="R009d5a30e0794f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590ef9eed947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03b344996e424c" /><Relationship Type="http://schemas.openxmlformats.org/officeDocument/2006/relationships/notesMaster" Target="/ppt/notesMasters/notesMaster1.xml" Id="R53cf14ef310540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53ea225e06408b" /><Relationship Type="http://schemas.openxmlformats.org/officeDocument/2006/relationships/notesMaster" Target="/ppt/notesMasters/notesMaster1.xml" Id="R280037903b2745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0021745ba444e4" /><Relationship Type="http://schemas.openxmlformats.org/officeDocument/2006/relationships/notesMaster" Target="/ppt/notesMasters/notesMaster1.xml" Id="Rce441c44e5c24d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2a515a2f424a67" /><Relationship Type="http://schemas.openxmlformats.org/officeDocument/2006/relationships/notesMaster" Target="/ppt/notesMasters/notesMaster1.xml" Id="R2eccacc01e43409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c738c935e0421c" /><Relationship Type="http://schemas.openxmlformats.org/officeDocument/2006/relationships/notesMaster" Target="/ppt/notesMasters/notesMaster1.xml" Id="Rc84e00a523a94e0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401c836f694d11" /><Relationship Type="http://schemas.openxmlformats.org/officeDocument/2006/relationships/notesMaster" Target="/ppt/notesMasters/notesMaster1.xml" Id="R7d5d023a2c3e47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31167090dc4326" /><Relationship Type="http://schemas.openxmlformats.org/officeDocument/2006/relationships/notesMaster" Target="/ppt/notesMasters/notesMaster1.xml" Id="R885a85d9cd80465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29462e7cf45428e" /><Relationship Type="http://schemas.openxmlformats.org/officeDocument/2006/relationships/notesMaster" Target="/ppt/notesMasters/notesMaster1.xml" Id="R9909e5c6efb54b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5c81893d75c4523" /><Relationship Type="http://schemas.openxmlformats.org/officeDocument/2006/relationships/notesMaster" Target="/ppt/notesMasters/notesMaster1.xml" Id="R89f3d13cc9a24d8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требований: https://lms2.kgeu.ru/mod/page/view.php?id=14361</a:t>
            </a:r>
          </a:p>
          <a:p xmlns:a="http://schemas.openxmlformats.org/drawingml/2006/main">
            <a:r>
              <a:t>Модель: https://huggingface.co/onnxmodelzoo/mnist-12</a:t>
            </a:r>
          </a:p>
          <a:p xmlns:a="http://schemas.openxmlformats.org/drawingml/2006/main">
            <a:r>
              <a:t>Результаты: artifacts/evaluation.json. Не утверждать, что CI или облачный запуск выполнены, до фактической публикации.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требований: https://lms2.kgeu.ru/mod/page/view.php?id=14361</a:t>
            </a:r>
          </a:p>
          <a:p xmlns:a="http://schemas.openxmlformats.org/drawingml/2006/main">
            <a:r>
              <a:t>Модель: https://huggingface.co/onnxmodelzoo/mnist-12</a:t>
            </a:r>
          </a:p>
          <a:p xmlns:a="http://schemas.openxmlformats.org/drawingml/2006/main">
            <a:r>
              <a:t>Результаты: artifacts/evaluation.json. Не утверждать, что CI или облачный запуск выполнены, до фактической публикации.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требований: https://lms2.kgeu.ru/mod/page/view.php?id=14361</a:t>
            </a:r>
          </a:p>
          <a:p xmlns:a="http://schemas.openxmlformats.org/drawingml/2006/main">
            <a:r>
              <a:t>Модель: https://huggingface.co/onnxmodelzoo/mnist-12</a:t>
            </a:r>
          </a:p>
          <a:p xmlns:a="http://schemas.openxmlformats.org/drawingml/2006/main">
            <a:r>
              <a:t>Результаты: artifacts/evaluation.json. Не утверждать, что CI или облачный запуск выполнены, до фактической публикации.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требований: https://lms2.kgeu.ru/mod/page/view.php?id=14361</a:t>
            </a:r>
          </a:p>
          <a:p xmlns:a="http://schemas.openxmlformats.org/drawingml/2006/main">
            <a:r>
              <a:t>Модель: https://huggingface.co/onnxmodelzoo/mnist-12</a:t>
            </a:r>
          </a:p>
          <a:p xmlns:a="http://schemas.openxmlformats.org/drawingml/2006/main">
            <a:r>
              <a:t>Результаты: artifacts/evaluation.json. Не утверждать, что CI или облачный запуск выполнены, до фактической публикации.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требований: https://lms2.kgeu.ru/mod/page/view.php?id=14361</a:t>
            </a:r>
          </a:p>
          <a:p xmlns:a="http://schemas.openxmlformats.org/drawingml/2006/main">
            <a:r>
              <a:t>Модель: https://huggingface.co/onnxmodelzoo/mnist-12</a:t>
            </a:r>
          </a:p>
          <a:p xmlns:a="http://schemas.openxmlformats.org/drawingml/2006/main">
            <a:r>
              <a:t>Результаты: artifacts/evaluation.json. Не утверждать, что CI или облачный запуск выполнены, до фактической публикации.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требований: https://lms2.kgeu.ru/mod/page/view.php?id=14361</a:t>
            </a:r>
          </a:p>
          <a:p xmlns:a="http://schemas.openxmlformats.org/drawingml/2006/main">
            <a:r>
              <a:t>Модель: https://huggingface.co/onnxmodelzoo/mnist-12</a:t>
            </a:r>
          </a:p>
          <a:p xmlns:a="http://schemas.openxmlformats.org/drawingml/2006/main">
            <a:r>
              <a:t>Результаты: artifacts/evaluation.json. Не утверждать, что CI или облачный запуск выполнены, до фактической публикации.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требований: https://lms2.kgeu.ru/mod/page/view.php?id=14361</a:t>
            </a:r>
          </a:p>
          <a:p xmlns:a="http://schemas.openxmlformats.org/drawingml/2006/main">
            <a:r>
              <a:t>Модель: https://huggingface.co/onnxmodelzoo/mnist-12</a:t>
            </a:r>
          </a:p>
          <a:p xmlns:a="http://schemas.openxmlformats.org/drawingml/2006/main">
            <a:r>
              <a:t>Результаты: artifacts/evaluation.json. Не утверждать, что CI или облачный запуск выполнены, до фактической публикации.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требований: https://lms2.kgeu.ru/mod/page/view.php?id=14361</a:t>
            </a:r>
          </a:p>
          <a:p xmlns:a="http://schemas.openxmlformats.org/drawingml/2006/main">
            <a:r>
              <a:t>Модель: https://huggingface.co/onnxmodelzoo/mnist-12</a:t>
            </a:r>
          </a:p>
          <a:p xmlns:a="http://schemas.openxmlformats.org/drawingml/2006/main">
            <a:r>
              <a:t>Результаты: artifacts/evaluation.json. Не утверждать, что CI или облачный запуск выполнены, до фактической публикации.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требований: https://lms2.kgeu.ru/mod/page/view.php?id=14361</a:t>
            </a:r>
          </a:p>
          <a:p xmlns:a="http://schemas.openxmlformats.org/drawingml/2006/main">
            <a:r>
              <a:t>Модель: https://huggingface.co/onnxmodelzoo/mnist-12</a:t>
            </a:r>
          </a:p>
          <a:p xmlns:a="http://schemas.openxmlformats.org/drawingml/2006/main">
            <a:r>
              <a:t>Результаты: artifacts/evaluation.json. Не утверждать, что CI или облачный запуск выполнены, до фактической публикации.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ddd05202cd4e3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2c16cba363455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9efd8561464bd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b0dac6def451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d4aedb6b1646f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3105668d2b4ae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3d3e7b3e1645a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c8de4a17f1400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842c6815e142e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3950380f1b4e7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0008a7243148d4" /></Relationships>
</file>

<file path=ppt/slideLayouts/slideLayout1.xml><?xml version="1.0" encoding="utf-8"?>
<p:sldLayout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07FBC7F6-8795-41B3-BFE1-6177D44CCE5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7AC4982E-FFAD-46E6-AFB3-30582E56355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Образец подзаголовка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08402079-772A-41C1-B1F9-0A4ABB720AB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5FFCB9A-AB07-414D-B5B4-770EA6F63619}" type="datetimeFigureOut">
              <a:t>11.09.2024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EDEF62D7-68D4-4E93-B5B8-B0032F5103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2F925EB-6037-455A-A0AC-F6CDFEC19F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08BF9A7-C7A4-4EC0-9887-AD1A62F8C928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09B5F6D-C0E6-47F4-8F3D-3A0A3F7BA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7A190986-10BF-4618-8435-EB10348427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097D632B-E621-46E4-84E1-C75BFF8722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5FFCB9A-AB07-414D-B5B4-770EA6F63619}" type="datetimeFigureOut">
              <a:t>11.09.2024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3FB4D0D8-4427-457B-A0EA-D162A49D192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38C7F25-91C9-4C39-8E7F-63635845FD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08BF9A7-C7A4-4EC0-9887-AD1A62F8C928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4846C36-D875-418B-8581-D49729AD4B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F4D5738-604F-46FE-A13E-045D47E6C7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051BD515-18D3-42FD-9ABE-771F45CCCB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5FFCB9A-AB07-414D-B5B4-770EA6F63619}" type="datetimeFigureOut">
              <a:t>11.09.2024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AFF83DD5-7A5A-4305-8D6C-FEE242A7F3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5CCF7D11-A3F6-4A42-80F6-77D12ECEE4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08BF9A7-C7A4-4EC0-9887-AD1A62F8C928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88E52114-C2ED-4EA2-808F-F7AC9F203C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9E4895FC-3304-4421-8B5F-AC8AFF7BFEF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11B73E55-D392-4579-8CA9-66E7A7900A5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892B8821-973A-407D-A6A9-39757D2718F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5FFCB9A-AB07-414D-B5B4-770EA6F63619}" type="datetimeFigureOut">
              <a:t>11.09.2024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9492CC07-BC72-46B4-A5C5-409A856083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31C54706-C2BB-482E-B69F-4F5CE5074B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08BF9A7-C7A4-4EC0-9887-AD1A62F8C928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0C5D0126-37D9-495C-9B45-242E7E500F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7670E1F1-0E6D-44AB-9FDC-565CCFA56F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7B8D54A0-DFE2-4087-8BD3-1439984FD31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53D770A-6327-4070-B0BD-5E5EC4F02E6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5B64E74A-2AFB-4472-86F2-4282D21840A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Дата 6">
            <a:extLst xmlns:a="http://schemas.openxmlformats.org/drawingml/2006/main">
              <a:ext uri="{FF2B5EF4-FFF2-40B4-BE49-F238E27FC236}">
                <a16:creationId xmlns:a16="http://schemas.microsoft.com/office/drawing/2014/main" id="{4AE74FFB-CCC6-4098-9102-029C03A680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5FFCB9A-AB07-414D-B5B4-770EA6F63619}" type="datetimeFigureOut">
              <a:t>11.09.2024</a:t>
            </a:fld>
            <a:endParaRPr/>
          </a:p>
        </p:txBody>
      </p:sp>
      <p:sp>
        <p:nvSpPr>
          <p:cNvPr id="8" name="Нижний колонтитул 7">
            <a:extLst xmlns:a="http://schemas.openxmlformats.org/drawingml/2006/main">
              <a:ext uri="{FF2B5EF4-FFF2-40B4-BE49-F238E27FC236}">
                <a16:creationId xmlns:a16="http://schemas.microsoft.com/office/drawing/2014/main" id="{274BA8E9-A857-4EFC-9789-CD22894F8B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Номер слайда 8">
            <a:extLst xmlns:a="http://schemas.openxmlformats.org/drawingml/2006/main">
              <a:ext uri="{FF2B5EF4-FFF2-40B4-BE49-F238E27FC236}">
                <a16:creationId xmlns:a16="http://schemas.microsoft.com/office/drawing/2014/main" id="{98E3819E-A3F1-40FC-B260-E4F324C3E9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08BF9A7-C7A4-4EC0-9887-AD1A62F8C928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4F9403E6-1439-4B37-AF64-790F5258C4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Дата 2">
            <a:extLst xmlns:a="http://schemas.openxmlformats.org/drawingml/2006/main">
              <a:ext uri="{FF2B5EF4-FFF2-40B4-BE49-F238E27FC236}">
                <a16:creationId xmlns:a16="http://schemas.microsoft.com/office/drawing/2014/main" id="{6A28FD9A-76BE-4F02-9BEE-447FF0EA03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5FFCB9A-AB07-414D-B5B4-770EA6F63619}" type="datetimeFigureOut">
              <a:t>11.09.2024</a:t>
            </a:fld>
            <a:endParaRPr/>
          </a:p>
        </p:txBody>
      </p:sp>
      <p:sp>
        <p:nvSpPr>
          <p:cNvPr id="4" name="Нижний колонтитул 3">
            <a:extLst xmlns:a="http://schemas.openxmlformats.org/drawingml/2006/main">
              <a:ext uri="{FF2B5EF4-FFF2-40B4-BE49-F238E27FC236}">
                <a16:creationId xmlns:a16="http://schemas.microsoft.com/office/drawing/2014/main" id="{E80C383E-DC04-4961-80EA-BC8EED3235E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Номер слайда 4">
            <a:extLst xmlns:a="http://schemas.openxmlformats.org/drawingml/2006/main">
              <a:ext uri="{FF2B5EF4-FFF2-40B4-BE49-F238E27FC236}">
                <a16:creationId xmlns:a16="http://schemas.microsoft.com/office/drawing/2014/main" id="{139B7487-30F2-465D-BDDE-11D8905E75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08BF9A7-C7A4-4EC0-9887-AD1A62F8C928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Дата 1">
            <a:extLst xmlns:a="http://schemas.openxmlformats.org/drawingml/2006/main">
              <a:ext uri="{FF2B5EF4-FFF2-40B4-BE49-F238E27FC236}">
                <a16:creationId xmlns:a16="http://schemas.microsoft.com/office/drawing/2014/main" id="{746A319B-0710-4C2E-893F-D933B50A02B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5FFCB9A-AB07-414D-B5B4-770EA6F63619}" type="datetimeFigureOut">
              <a:t>11.09.2024</a:t>
            </a:fld>
            <a:endParaRPr/>
          </a:p>
        </p:txBody>
      </p:sp>
      <p:sp>
        <p:nvSpPr>
          <p:cNvPr id="3" name="Нижний колонтитул 2">
            <a:extLst xmlns:a="http://schemas.openxmlformats.org/drawingml/2006/main">
              <a:ext uri="{FF2B5EF4-FFF2-40B4-BE49-F238E27FC236}">
                <a16:creationId xmlns:a16="http://schemas.microsoft.com/office/drawing/2014/main" id="{838F2CEC-5345-490C-853B-AE25870064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Номер слайда 3">
            <a:extLst xmlns:a="http://schemas.openxmlformats.org/drawingml/2006/main">
              <a:ext uri="{FF2B5EF4-FFF2-40B4-BE49-F238E27FC236}">
                <a16:creationId xmlns:a16="http://schemas.microsoft.com/office/drawing/2014/main" id="{48B4EBD2-3B9C-4D51-966D-CE3063B423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08BF9A7-C7A4-4EC0-9887-AD1A62F8C928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A18BCD5-5918-4E00-9506-E0CF429ACD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9A7B247E-10DA-4983-9D37-2259512EA7B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77E7225F-5BF7-4131-B1DA-8A5CB4AA207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7A2BBFC-E089-425C-B9B1-F9845C2FF9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5FFCB9A-AB07-414D-B5B4-770EA6F63619}" type="datetimeFigureOut">
              <a:t>11.09.2024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D5C74B6F-D154-4E44-BFA0-1F3C018590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2511870B-D35C-4E4B-A095-663552DF34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08BF9A7-C7A4-4EC0-9887-AD1A62F8C928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4ED6740-D547-4B60-8B27-EC50D55A81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8212BB6C-1F7C-4DC9-BA78-90CC425BA75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FB44AC5D-D765-4307-A09E-92CA9CC13F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36D575D8-8CD4-4126-9AA4-2B81717035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5FFCB9A-AB07-414D-B5B4-770EA6F63619}" type="datetimeFigureOut">
              <a:t>11.09.2024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79D1F053-1423-429D-AFEB-C15E295175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1BFBBDBE-F1E1-4558-8DA3-10A421AAE1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08BF9A7-C7A4-4EC0-9887-AD1A62F8C928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E6961A0B-5125-4C3D-A140-95DA22C502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6057085F-FC73-45F1-A2D5-A7BCAC8666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97D231AD-D5D8-495F-A536-15EC887317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5FFCB9A-AB07-414D-B5B4-770EA6F63619}" type="datetimeFigureOut">
              <a:t>11.09.2024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5A341187-6950-44F1-9FD4-7031A612D0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B49A4927-2D0F-4408-8945-A1CA3BAD3D4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08BF9A7-C7A4-4EC0-9887-AD1A62F8C928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Вертикальный 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E98A94C2-0E21-482C-81ED-28C12E01B3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9CEB1C34-22D2-4AA3-B2D3-B76B4B8C6F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05209C77-1BE9-4D02-9FB1-9981410DD8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5FFCB9A-AB07-414D-B5B4-770EA6F63619}" type="datetimeFigureOut">
              <a:t>11.09.2024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04151D31-7168-47A5-AEB6-E1394CB0A6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417F8DD-B76F-4CF8-B541-B0A6948F28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08BF9A7-C7A4-4EC0-9887-AD1A62F8C928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afc4d88cd14e01" /><Relationship Type="http://schemas.openxmlformats.org/officeDocument/2006/relationships/slideLayout" Target="/ppt/slideLayouts/slideLayout1.xml" Id="Rf79c90a5c11648c1" /><Relationship Type="http://schemas.openxmlformats.org/officeDocument/2006/relationships/slideLayout" Target="/ppt/slideLayouts/slideLayout2.xml" Id="R70ef1d84869b4d16" /><Relationship Type="http://schemas.openxmlformats.org/officeDocument/2006/relationships/slideLayout" Target="/ppt/slideLayouts/slideLayout3.xml" Id="R2e6a8525911d4ada" /><Relationship Type="http://schemas.openxmlformats.org/officeDocument/2006/relationships/slideLayout" Target="/ppt/slideLayouts/slideLayout4.xml" Id="R76d96531fa8b4345" /><Relationship Type="http://schemas.openxmlformats.org/officeDocument/2006/relationships/slideLayout" Target="/ppt/slideLayouts/slideLayout5.xml" Id="R302f761568794317" /><Relationship Type="http://schemas.openxmlformats.org/officeDocument/2006/relationships/slideLayout" Target="/ppt/slideLayouts/slideLayout6.xml" Id="R1215a14275c247d6" /><Relationship Type="http://schemas.openxmlformats.org/officeDocument/2006/relationships/slideLayout" Target="/ppt/slideLayouts/slideLayout7.xml" Id="R5e6501a72b794929" /><Relationship Type="http://schemas.openxmlformats.org/officeDocument/2006/relationships/slideLayout" Target="/ppt/slideLayouts/slideLayout8.xml" Id="R09bbb9e85fbd4cbf" /><Relationship Type="http://schemas.openxmlformats.org/officeDocument/2006/relationships/slideLayout" Target="/ppt/slideLayouts/slideLayout9.xml" Id="Re68e1846e99a46c0" /><Relationship Type="http://schemas.openxmlformats.org/officeDocument/2006/relationships/slideLayout" Target="/ppt/slideLayouts/slideLayout10.xml" Id="R3f2f31037b714470" /><Relationship Type="http://schemas.openxmlformats.org/officeDocument/2006/relationships/slideLayout" Target="/ppt/slideLayouts/slideLayout11.xml" Id="R90d6e2e5a4744ac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74B6D7-2A00-4389-A22B-930769459D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5A912C7C-1F68-4494-B577-554E7C7436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463E6970-23FC-4034-8FD3-F8573CB54F2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85FFCB9A-AB07-414D-B5B4-770EA6F63619}" type="datetimeFigureOut">
              <a:t>11.09.2024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593072D0-114C-492D-B198-F47A6326573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AAF52637-ADDB-4561-9705-71B175B1FB4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08BF9A7-C7A4-4EC0-9887-AD1A62F8C92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9c90a5c11648c1"/>
    <p:sldLayoutId xmlns:r="http://schemas.openxmlformats.org/officeDocument/2006/relationships" id="2147483650" r:id="R70ef1d84869b4d16"/>
    <p:sldLayoutId xmlns:r="http://schemas.openxmlformats.org/officeDocument/2006/relationships" id="2147483651" r:id="R2e6a8525911d4ada"/>
    <p:sldLayoutId xmlns:r="http://schemas.openxmlformats.org/officeDocument/2006/relationships" id="2147483652" r:id="R76d96531fa8b4345"/>
    <p:sldLayoutId xmlns:r="http://schemas.openxmlformats.org/officeDocument/2006/relationships" id="2147483653" r:id="R302f761568794317"/>
    <p:sldLayoutId xmlns:r="http://schemas.openxmlformats.org/officeDocument/2006/relationships" id="2147483654" r:id="R1215a14275c247d6"/>
    <p:sldLayoutId xmlns:r="http://schemas.openxmlformats.org/officeDocument/2006/relationships" id="2147483655" r:id="R5e6501a72b794929"/>
    <p:sldLayoutId xmlns:r="http://schemas.openxmlformats.org/officeDocument/2006/relationships" id="2147483656" r:id="R09bbb9e85fbd4cbf"/>
    <p:sldLayoutId xmlns:r="http://schemas.openxmlformats.org/officeDocument/2006/relationships" id="2147483657" r:id="Re68e1846e99a46c0"/>
    <p:sldLayoutId xmlns:r="http://schemas.openxmlformats.org/officeDocument/2006/relationships" id="2147483658" r:id="R3f2f31037b714470"/>
    <p:sldLayoutId xmlns:r="http://schemas.openxmlformats.org/officeDocument/2006/relationships" id="2147483659" r:id="R90d6e2e5a4744ac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b19600fb8e45e8" /><Relationship Type="http://schemas.openxmlformats.org/officeDocument/2006/relationships/image" Target="/ppt/media/image.jpeg" Id="R73694c005dae4356" /><Relationship Type="http://schemas.openxmlformats.org/officeDocument/2006/relationships/notesSlide" Target="/ppt/notesSlides/notesSlide1.xml" Id="R8ac33397f29845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4aa2c48dfd48c4" /><Relationship Type="http://schemas.openxmlformats.org/officeDocument/2006/relationships/notesSlide" Target="/ppt/notesSlides/notesSlide2.xml" Id="R862efe2639e5442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90fe995adc4967" /><Relationship Type="http://schemas.openxmlformats.org/officeDocument/2006/relationships/notesSlide" Target="/ppt/notesSlides/notesSlide3.xml" Id="Ra1d4736fca7940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cafd1fc82e476b" /><Relationship Type="http://schemas.openxmlformats.org/officeDocument/2006/relationships/notesSlide" Target="/ppt/notesSlides/notesSlide4.xml" Id="Rcc4c81d23f0e4e8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a43b7b7b4441fc" /><Relationship Type="http://schemas.openxmlformats.org/officeDocument/2006/relationships/image" Target="/ppt/media/image2.jpeg" Id="R347342a80e3f485a" /><Relationship Type="http://schemas.openxmlformats.org/officeDocument/2006/relationships/notesSlide" Target="/ppt/notesSlides/notesSlide5.xml" Id="R68eeb62935ce42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d4886c5aa249b3" /><Relationship Type="http://schemas.openxmlformats.org/officeDocument/2006/relationships/notesSlide" Target="/ppt/notesSlides/notesSlide6.xml" Id="Rf72e03bc9ca041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d792c2fc0849da" /><Relationship Type="http://schemas.openxmlformats.org/officeDocument/2006/relationships/notesSlide" Target="/ppt/notesSlides/notesSlide7.xml" Id="Rfe25105a1e14497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98ba6537b9430f" /><Relationship Type="http://schemas.openxmlformats.org/officeDocument/2006/relationships/notesSlide" Target="/ppt/notesSlides/notesSlide8.xml" Id="Rfd6d738610b7411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898d04ef6c47f5" /><Relationship Type="http://schemas.openxmlformats.org/officeDocument/2006/relationships/notesSlide" Target="/ppt/notesSlides/notesSlide9.xml" Id="R23471741f2f6487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EF175EE6-C6A4-4CB1-9D8A-54060C96BA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694c005dae43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95AC07B-23A7-486B-9E0D-090BF509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9525000" cy="2476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>
            <a:noAutofit/>
          </a:bodyPr>
          <a:lstStyle xmlns:a="http://schemas.openxmlformats.org/drawingml/2006/main">
            <a:defPPr algn="l"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algn="l"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l"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DigitLab</a:t>
            </a:r>
          </a:p>
          <a:p xmlns:a="http://schemas.openxmlformats.org/drawingml/2006/main">
            <a:pPr marL="0" indent="0" algn="l"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Распознавание</a:t>
            </a:r>
          </a:p>
          <a:p xmlns:a="http://schemas.openxmlformats.org/drawingml/2006/main">
            <a:pPr marL="0" indent="0" algn="l"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рукописных цифр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3D7F4B3-1F19-4201-9557-DDF12DBE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38650"/>
            <a:ext cx="10953750" cy="1859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38100" tIns="38100" rIns="38100" bIns="38100">
            <a:spAutoFit/>
          </a:bodyPr>
          <a:lstStyle xmlns:a="http://schemas.openxmlformats.org/drawingml/2006/main">
            <a:def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l">
              <a:buNone/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Проектный практикум КГЭУ</a:t>
            </a:r>
          </a:p>
          <a:p xmlns:a="http://schemas.openxmlformats.org/drawingml/2006/main">
            <a:pPr marL="0" indent="0" algn="l">
              <a:buNone/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Программная инженерия</a:t>
            </a:r>
          </a:p>
          <a:p xmlns:a="http://schemas.openxmlformats.org/drawingml/2006/main">
            <a:pPr marL="0" indent="0">
              <a:buNone/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 algn="l">
              <a:buNone/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Пескишев Егор Юрьевич</a:t>
            </a:r>
          </a:p>
          <a:p xmlns:a="http://schemas.openxmlformats.org/drawingml/2006/main">
            <a:pPr marL="0" indent="0" algn="l">
              <a:buNone/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Группа ЗИИНм-1-26</a:t>
            </a:r>
          </a:p>
          <a:p xmlns:a="http://schemas.openxmlformats.org/drawingml/2006/main">
            <a:pPr marL="0" indent="0" algn="l">
              <a:buNone/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88390671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43DD0EEB-5277-489A-B9FE-77CECE4C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620" y="920165"/>
            <a:ext cx="10865327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0443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E20443"/>
              </a:solidFill>
            </a:endParaRPr>
          </a:p>
        </p:txBody>
      </p:sp>
      <p:sp>
        <p:nvSpPr>
          <p:cNvPr id="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6AEE3EC-AE31-4913-843B-33079C58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38100" tIns="38100" rIns="38100" bIns="3810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2pPr>
            <a:lvl3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3pPr>
            <a:lvl4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4pPr>
            <a:lvl5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5pPr>
            <a:lvl6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6pPr>
            <a:lvl7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7pPr>
            <a:lvl8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8pPr>
            <a:lvl9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9pPr>
          </a:lstStyle>
          <a:p xmlns:a="http://schemas.openxmlformats.org/drawingml/2006/main">
            <a:pPr marL="0" indent="0" algn="l">
              <a:buNone/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pPr>
            <a:r>
              <a:rPr sz="2400" b="1">
                <a:solidFill>
                  <a:srgbClr val="C00000"/>
                </a:solidFill>
                <a:latin typeface="Verdana"/>
                <a:ea typeface="Verdana"/>
                <a:cs typeface="Verdana"/>
              </a:rPr>
              <a:t>ЗАДАЧА ПРОЕКТА</a:t>
            </a:r>
          </a:p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BB893850-79F8-4257-9B38-1693348B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10953750" cy="28536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38100" tIns="38100" rIns="38100" bIns="38100">
            <a:spAutoFit/>
          </a:bodyPr>
          <a:lstStyle xmlns:a="http://schemas.openxmlformats.org/drawingml/2006/main">
            <a:def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Доступ к готовой нейросети через Web и API</a:t>
            </a:r>
          </a:p>
          <a:p xmlns:a="http://schemas.openxmlformats.org/drawingml/2006/main">
            <a:pPr marL="0" indent="0">
              <a:buNone/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Вход: изображение одной цифры от 0 до 9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Выход: распознанный класс и оценки вероятностей</a:t>
            </a:r>
          </a:p>
          <a:p xmlns:a="http://schemas.openxmlformats.org/drawingml/2006/main">
            <a:pPr marL="0" indent="0">
              <a:buNone/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Модель загружается с Hugging Face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Обучение модели не выполняется</a:t>
            </a:r>
          </a:p>
          <a:p xmlns:a="http://schemas.openxmlformats.org/drawingml/2006/main">
            <a:pPr marL="0" indent="0">
              <a:buNone/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Разработка выполнена индивидуально</a:t>
            </a:r>
          </a:p>
        </p:txBody>
      </p:sp>
      <p:sp>
        <p:nvSpPr>
          <p:cNvPr id="33" name="Прямоугольник 32">
            <a:extLst xmlns:a="http://schemas.openxmlformats.org/drawingml/2006/main">
              <a:ext uri="{FF2B5EF4-FFF2-40B4-BE49-F238E27FC236}">
                <a16:creationId xmlns:a16="http://schemas.microsoft.com/office/drawing/2014/main" id="{7FA5C6F5-1EFF-42A3-80C5-C8DCFA9B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1117" y="1252701"/>
            <a:ext cx="5560883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38100" tIns="38100" rIns="38100" bIns="38100">
            <a:spAutoFit/>
          </a:bodyPr>
          <a:lstStyle xmlns:a="http://schemas.openxmlformats.org/drawingml/2006/main">
            <a:def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20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77192813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43DD0EEB-5277-489A-B9FE-77CECE4C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620" y="920165"/>
            <a:ext cx="10865327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0443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E20443"/>
              </a:solidFill>
            </a:endParaRPr>
          </a:p>
        </p:txBody>
      </p:sp>
      <p:sp>
        <p:nvSpPr>
          <p:cNvPr id="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6AEE3EC-AE31-4913-843B-33079C58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38100" tIns="38100" rIns="38100" bIns="3810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2pPr>
            <a:lvl3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3pPr>
            <a:lvl4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4pPr>
            <a:lvl5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5pPr>
            <a:lvl6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6pPr>
            <a:lvl7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7pPr>
            <a:lvl8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8pPr>
            <a:lvl9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9pPr>
          </a:lstStyle>
          <a:p xmlns:a="http://schemas.openxmlformats.org/drawingml/2006/main">
            <a:pPr marL="0" indent="0" algn="l">
              <a:buNone/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pPr>
            <a:r>
              <a:rPr sz="2400" b="1">
                <a:solidFill>
                  <a:srgbClr val="C00000"/>
                </a:solidFill>
                <a:latin typeface="Verdana"/>
                <a:ea typeface="Verdana"/>
                <a:cs typeface="Verdana"/>
              </a:rPr>
              <a:t>МОДЕЛЬ С HUGGING FACE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6441B485-D7CD-49CD-A4E6-BA79C5E7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10953750" cy="316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38100" tIns="38100" rIns="38100" bIns="38100">
            <a:spAutoFit/>
          </a:bodyPr>
          <a:lstStyle xmlns:a="http://schemas.openxmlformats.org/drawingml/2006/main">
            <a:def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onnxmodelzoo/mnist-12</a:t>
            </a:r>
          </a:p>
          <a:p xmlns:a="http://schemas.openxmlformats.org/drawingml/2006/main">
            <a:pPr marL="0" indent="0">
              <a:buNone/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Свёрточная нейросеть из ONNX Model Zoo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Обучена на наборе MNIST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Веса: 26 143 байта, формат ONNX, opset 12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Вход: float32, форма 1 × 1 × 28 × 28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Выход: десять логитов, затем softmax</a:t>
            </a:r>
          </a:p>
          <a:p xmlns:a="http://schemas.openxmlformats.org/drawingml/2006/main">
            <a:pPr marL="0" indent="0">
              <a:buNone/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Фиксированная ревизия и проверка SHA256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https://huggingface.co/onnxmodelzoo/mnist-12</a:t>
            </a:r>
          </a:p>
        </p:txBody>
      </p:sp>
    </p:spTree>
    <p:extLst>
      <p:ext uri="{BB962C8B-B14F-4D97-AF65-F5344CB8AC3E}">
        <p14:creationId xmlns:p14="http://schemas.microsoft.com/office/powerpoint/2010/main" val="336937738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43DD0EEB-5277-489A-B9FE-77CECE4C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620" y="920165"/>
            <a:ext cx="10865327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0443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E20443"/>
              </a:solidFill>
            </a:endParaRPr>
          </a:p>
        </p:txBody>
      </p:sp>
      <p:sp>
        <p:nvSpPr>
          <p:cNvPr id="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6AEE3EC-AE31-4913-843B-33079C58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38100" tIns="38100" rIns="38100" bIns="3810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2pPr>
            <a:lvl3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3pPr>
            <a:lvl4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4pPr>
            <a:lvl5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5pPr>
            <a:lvl6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6pPr>
            <a:lvl7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7pPr>
            <a:lvl8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8pPr>
            <a:lvl9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9pPr>
          </a:lstStyle>
          <a:p xmlns:a="http://schemas.openxmlformats.org/drawingml/2006/main">
            <a:pPr marL="0" indent="0" algn="l">
              <a:buNone/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pPr>
            <a:r>
              <a:rPr sz="2400" b="1">
                <a:solidFill>
                  <a:srgbClr val="C00000"/>
                </a:solidFill>
                <a:latin typeface="Verdana"/>
                <a:ea typeface="Verdana"/>
                <a:cs typeface="Verdana"/>
              </a:rPr>
              <a:t>АРХИТЕКТУРА ПРИЛОЖЕНИЯ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6441B485-D7CD-49CD-A4E6-BA79C5E7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10953750" cy="28536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38100" tIns="38100" rIns="38100" bIns="38100">
            <a:spAutoFit/>
          </a:bodyPr>
          <a:lstStyle xmlns:a="http://schemas.openxmlformats.org/drawingml/2006/main">
            <a:def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Браузер пользователя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    ↓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Streamlit — загрузка изображения и вывод результата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    ↓ HTTP POST /predict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FastAPI — проверка файла и предобработка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    ↓ тензор 1 × 1 × 28 × 28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ONNX Runtime — инференс готовой модели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    ↓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JSON с классом и десятью вероятностями</a:t>
            </a:r>
          </a:p>
        </p:txBody>
      </p:sp>
    </p:spTree>
    <p:extLst>
      <p:ext uri="{BB962C8B-B14F-4D97-AF65-F5344CB8AC3E}">
        <p14:creationId xmlns:p14="http://schemas.microsoft.com/office/powerpoint/2010/main" val="109671999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43DD0EEB-5277-489A-B9FE-77CECE4C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620" y="920165"/>
            <a:ext cx="10865327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0443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E20443"/>
              </a:solidFill>
            </a:endParaRPr>
          </a:p>
        </p:txBody>
      </p:sp>
      <p:sp>
        <p:nvSpPr>
          <p:cNvPr id="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6AEE3EC-AE31-4913-843B-33079C58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38100" tIns="38100" rIns="38100" bIns="3810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2pPr>
            <a:lvl3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3pPr>
            <a:lvl4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4pPr>
            <a:lvl5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5pPr>
            <a:lvl6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6pPr>
            <a:lvl7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7pPr>
            <a:lvl8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8pPr>
            <a:lvl9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9pPr>
          </a:lstStyle>
          <a:p xmlns:a="http://schemas.openxmlformats.org/drawingml/2006/main">
            <a:pPr marL="0" indent="0" algn="l">
              <a:buNone/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pPr>
            <a:r>
              <a:rPr sz="2400" b="1">
                <a:solidFill>
                  <a:srgbClr val="C00000"/>
                </a:solidFill>
                <a:latin typeface="Verdana"/>
                <a:ea typeface="Verdana"/>
                <a:cs typeface="Verdana"/>
              </a:rPr>
              <a:t>ДЕМОНСТРАЦИЯ ПРИЛОЖЕНИЯ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4D44A65F-E188-4968-B07C-25421CD2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0953750" cy="3505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38100" tIns="38100" rIns="38100" bIns="38100">
            <a:spAutoFit/>
          </a:bodyPr>
          <a:lstStyle xmlns:a="http://schemas.openxmlformats.org/drawingml/2006/main">
            <a:def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l">
              <a:buNone/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Интерфейс Streamlit с результатом реального вызова FastAPI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2A89E-00F1-441A-A9AD-CF1ADCD301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7342a80e3f485a"/>
          <a:stretch xmlns:a="http://schemas.openxmlformats.org/drawingml/2006/main"/>
        </p:blipFill>
        <p:spPr>
          <a:xfrm xmlns:a="http://schemas.openxmlformats.org/drawingml/2006/main">
            <a:off x="1899708" y="1714500"/>
            <a:ext cx="8297333" cy="4667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08875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43DD0EEB-5277-489A-B9FE-77CECE4C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620" y="920165"/>
            <a:ext cx="10865327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0443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E20443"/>
              </a:solidFill>
            </a:endParaRPr>
          </a:p>
        </p:txBody>
      </p:sp>
      <p:sp>
        <p:nvSpPr>
          <p:cNvPr id="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6AEE3EC-AE31-4913-843B-33079C58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38100" tIns="38100" rIns="38100" bIns="3810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2pPr>
            <a:lvl3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3pPr>
            <a:lvl4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4pPr>
            <a:lvl5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5pPr>
            <a:lvl6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6pPr>
            <a:lvl7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7pPr>
            <a:lvl8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8pPr>
            <a:lvl9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9pPr>
          </a:lstStyle>
          <a:p xmlns:a="http://schemas.openxmlformats.org/drawingml/2006/main">
            <a:pPr marL="0" indent="0" algn="l">
              <a:buNone/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pPr>
            <a:r>
              <a:rPr sz="2400" b="1">
                <a:solidFill>
                  <a:srgbClr val="C00000"/>
                </a:solidFill>
                <a:latin typeface="Verdana"/>
                <a:ea typeface="Verdana"/>
                <a:cs typeface="Verdana"/>
              </a:rPr>
              <a:t>ОРГАНИЗАЦИЯ РАЗРАБОТКИ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4D44A65F-E188-4968-B07C-25421CD2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10953750" cy="316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38100" tIns="38100" rIns="38100" bIns="38100">
            <a:spAutoFit/>
          </a:bodyPr>
          <a:lstStyle xmlns:a="http://schemas.openxmlformats.org/drawingml/2006/main">
            <a:def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Автор: Пескишев Егор Юрьевич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Группа ЗИИНм-1-26, индивидуальное выполнение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Репозиторий: https://github.com/PoM1nkey/digitlab</a:t>
            </a:r>
          </a:p>
          <a:p xmlns:a="http://schemas.openxmlformats.org/drawingml/2006/main">
            <a:pPr marL="0" indent="0">
              <a:buNone/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В составе проекта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Код Streamlit и FastAPI, модуль инференса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Тесты, workflow GitHub Actions, Dockerfile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Notebook для Google Colab и документация</a:t>
            </a:r>
          </a:p>
          <a:p xmlns:a="http://schemas.openxmlformats.org/drawingml/2006/main">
            <a:pPr marL="0" indent="0">
              <a:buNone/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Код опубликован, первый запуск CI успешен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54640B7-37D8-39C6-7B48-F65AC3E4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064" y="1260525"/>
            <a:ext cx="5560883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38100" tIns="38100" rIns="38100" bIns="38100">
            <a:spAutoFit/>
          </a:bodyPr>
          <a:lstStyle xmlns:a="http://schemas.openxmlformats.org/drawingml/2006/main">
            <a:def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20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6375904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43DD0EEB-5277-489A-B9FE-77CECE4C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620" y="920165"/>
            <a:ext cx="10865327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0443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E20443"/>
              </a:solidFill>
            </a:endParaRPr>
          </a:p>
        </p:txBody>
      </p:sp>
      <p:sp>
        <p:nvSpPr>
          <p:cNvPr id="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6AEE3EC-AE31-4913-843B-33079C58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38100" tIns="38100" rIns="38100" bIns="3810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2pPr>
            <a:lvl3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3pPr>
            <a:lvl4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4pPr>
            <a:lvl5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5pPr>
            <a:lvl6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6pPr>
            <a:lvl7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7pPr>
            <a:lvl8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8pPr>
            <a:lvl9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9pPr>
          </a:lstStyle>
          <a:p xmlns:a="http://schemas.openxmlformats.org/drawingml/2006/main">
            <a:pPr marL="0" indent="0" algn="l">
              <a:buNone/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pPr>
            <a:r>
              <a:rPr sz="2400" b="1">
                <a:solidFill>
                  <a:srgbClr val="C00000"/>
                </a:solidFill>
                <a:latin typeface="Verdana"/>
                <a:ea typeface="Verdana"/>
                <a:cs typeface="Verdana"/>
              </a:rPr>
              <a:t>ТЕСТЫ И РАЗВЁРТЫВАНИЕ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4D44A65F-E188-4968-B07C-25421CD2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10953750" cy="316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38100" tIns="38100" rIns="38100" bIns="38100">
            <a:spAutoFit/>
          </a:bodyPr>
          <a:lstStyle xmlns:a="http://schemas.openxmlformats.org/drawingml/2006/main">
            <a:def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 автотестов успешно пройдены локально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Первый запуск GitHub Actions успешен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https://github.com/PoM1nkey/digitlab/actions</a:t>
            </a:r>
          </a:p>
          <a:p xmlns:a="http://schemas.openxmlformats.org/drawingml/2006/main">
            <a:pPr marL="0" indent="0">
              <a:buNone/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CI запускает тесты при push и pull request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CD подготовлен, но DEPLOY_HOOK не настроен</a:t>
            </a:r>
          </a:p>
          <a:p xmlns:a="http://schemas.openxmlformats.org/drawingml/2006/main">
            <a:pPr marL="0" indent="0">
              <a:buNone/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Облако: Streamlit Community Cloud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https://digits-pom1nkey.streamlit.app/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Модель также успешно выполнена в Google Colab</a:t>
            </a:r>
          </a:p>
        </p:txBody>
      </p:sp>
    </p:spTree>
    <p:extLst>
      <p:ext uri="{BB962C8B-B14F-4D97-AF65-F5344CB8AC3E}">
        <p14:creationId xmlns:p14="http://schemas.microsoft.com/office/powerpoint/2010/main" val="299326071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43DD0EEB-5277-489A-B9FE-77CECE4C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620" y="920165"/>
            <a:ext cx="10865327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0443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E20443"/>
              </a:solidFill>
            </a:endParaRPr>
          </a:p>
        </p:txBody>
      </p:sp>
      <p:sp>
        <p:nvSpPr>
          <p:cNvPr id="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6AEE3EC-AE31-4913-843B-33079C58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38100" tIns="38100" rIns="38100" bIns="3810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2pPr>
            <a:lvl3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3pPr>
            <a:lvl4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4pPr>
            <a:lvl5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5pPr>
            <a:lvl6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6pPr>
            <a:lvl7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7pPr>
            <a:lvl8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8pPr>
            <a:lvl9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9pPr>
          </a:lstStyle>
          <a:p xmlns:a="http://schemas.openxmlformats.org/drawingml/2006/main">
            <a:pPr marL="0" indent="0" algn="l">
              <a:buNone/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pPr>
            <a:r>
              <a:rPr sz="2400" b="1">
                <a:solidFill>
                  <a:srgbClr val="C00000"/>
                </a:solidFill>
                <a:latin typeface="Verdana"/>
                <a:ea typeface="Verdana"/>
                <a:cs typeface="Verdana"/>
              </a:rPr>
              <a:t>РЕЗУЛЬТАТЫ И ОГРАНИЧЕНИЯ</a:t>
            </a:r>
          </a:p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9859100C-1BEA-48D9-9758-3D655F10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10953750" cy="28536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38100" tIns="38100" rIns="38100" bIns="38100">
            <a:spAutoFit/>
          </a:bodyPr>
          <a:lstStyle xmlns:a="http://schemas.openxmlformats.org/drawingml/2006/main">
            <a:def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Создано приложение на готовой модели Hugging Face</a:t>
            </a:r>
          </a:p>
          <a:p xmlns:a="http://schemas.openxmlformats.org/drawingml/2006/main">
            <a:pPr marL="0" indent="0">
              <a:buNone/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Проверка на первых 1000 изображениях MNIST test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Исходная модель: 98.4%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Полный конвейер: 98.0%</a:t>
            </a:r>
          </a:p>
          <a:p xmlns:a="http://schemas.openxmlformats.org/drawingml/2006/main">
            <a:pPr marL="0" indent="0">
              <a:buNone/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Одна цифра на однотонном фоне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Softmax не гарантирует правильность</a:t>
            </a:r>
          </a:p>
          <a:p xmlns:a="http://schemas.openxmlformats.org/drawingml/2006/main">
            <a:pPr marL="0" indent="0" algn="l">
              <a:buNone/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Фотографии и произвольные рисунки требуют отдельной оценки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45322A68-87C4-417D-8E3D-5B22DB5C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9211" y="1260525"/>
            <a:ext cx="5560883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38100" tIns="38100" rIns="38100" bIns="38100">
            <a:spAutoFit/>
          </a:bodyPr>
          <a:lstStyle xmlns:a="http://schemas.openxmlformats.org/drawingml/2006/main">
            <a:def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20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89757883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43DD0EEB-5277-489A-B9FE-77CECE4C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620" y="920165"/>
            <a:ext cx="10865327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0443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E20443"/>
              </a:solidFill>
            </a:endParaRPr>
          </a:p>
        </p:txBody>
      </p:sp>
      <p:sp>
        <p:nvSpPr>
          <p:cNvPr id="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6AEE3EC-AE31-4913-843B-33079C58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620" y="3175961"/>
            <a:ext cx="10865327" cy="6459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38100" tIns="38100" rIns="38100" bIns="3810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2pPr>
            <a:lvl3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3pPr>
            <a:lvl4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4pPr>
            <a:lvl5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5pPr>
            <a:lvl6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6pPr>
            <a:lvl7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7pPr>
            <a:lvl8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8pPr>
            <a:lvl9pPr algn="l"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lvl9pPr>
          </a:lstStyle>
          <a:p xmlns:a="http://schemas.openxmlformats.org/drawingml/2006/main">
            <a:pPr marL="0" indent="0" algn="l">
              <a:buNone/>
              <a:defRPr sz="2400" b="1">
                <a:solidFill>
                  <a:srgbClr val="C00000"/>
                </a:solidFill>
                <a:latin typeface="Verdana"/>
                <a:ea typeface="Verdana"/>
                <a:cs typeface="Verdana"/>
              </a:defRPr>
            </a:pPr>
            <a:r>
              <a:rPr sz="2400" b="1">
                <a:solidFill>
                  <a:srgbClr val="C00000"/>
                </a:solidFill>
                <a:latin typeface="Verdana"/>
                <a:ea typeface="Verdana"/>
                <a:cs typeface="Verdana"/>
              </a:rPr>
              <a:t>СПАСИБО ЗА ВНИМАНИЕ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F46AA37-D9E8-497C-80E1-BA0A4BC4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10477500" cy="9677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00" tIns="38100" rIns="38100" bIns="38100">
            <a:spAutoFit/>
          </a:bodyPr>
          <a:lstStyle xmlns:a="http://schemas.openxmlformats.org/drawingml/2006/main">
            <a:defPPr algn="l">
              <a:defRPr sz="19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l">
              <a:buNone/>
              <a:defRPr sz="19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Пескишев Егор Юрьевич</a:t>
            </a:r>
          </a:p>
          <a:p xmlns:a="http://schemas.openxmlformats.org/drawingml/2006/main">
            <a:pPr marL="0" indent="0" algn="l">
              <a:buNone/>
              <a:defRPr sz="19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ЗИИНм-1-26</a:t>
            </a:r>
          </a:p>
          <a:p xmlns:a="http://schemas.openxmlformats.org/drawingml/2006/main">
            <a:pPr marL="0" indent="0" algn="l">
              <a:buNone/>
              <a:defRPr sz="19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https://github.com/PoM1nkey</a:t>
            </a:r>
          </a:p>
        </p:txBody>
      </p:sp>
    </p:spTree>
    <p:extLst>
      <p:ext uri="{BB962C8B-B14F-4D97-AF65-F5344CB8AC3E}">
        <p14:creationId xmlns:p14="http://schemas.microsoft.com/office/powerpoint/2010/main" val="3602219001"/>
      </p:ext>
    </p:extLst>
  </p:cSld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2026-10-24T16:27:09.2350000Z</dcterms:created>
  <dcterms:modified xsi:type="dcterms:W3CDTF">2026-10-24T16:27:09.2360000Z</dcterms:modified>
</coreProperties>
</file>