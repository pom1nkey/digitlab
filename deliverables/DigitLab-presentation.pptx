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b0cab54f5a43e6" /><Relationship Type="http://schemas.openxmlformats.org/officeDocument/2006/relationships/extended-properties" Target="/docProps/app.xml" Id="Rbdd08a07bdc74315" /><Relationship Type="http://schemas.openxmlformats.org/officeDocument/2006/relationships/officeDocument" Target="/ppt/presentation.xml" Id="Rf8a61bf73bf44b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047bd6a1d14e27"/>
  </p:sldMasterIdLst>
  <p:notesMasterIdLst>
    <p:notesMasterId xmlns:r="http://schemas.openxmlformats.org/officeDocument/2006/relationships" r:id="R85c84381323e4528"/>
  </p:notesMasterIdLst>
  <p:sldIdLst>
    <p:sldId xmlns:r="http://schemas.openxmlformats.org/officeDocument/2006/relationships" id="256" r:id="Rc2975acc0f5c4b0e"/>
    <p:sldId xmlns:r="http://schemas.openxmlformats.org/officeDocument/2006/relationships" id="257" r:id="R4d23de41077c40c4"/>
    <p:sldId xmlns:r="http://schemas.openxmlformats.org/officeDocument/2006/relationships" id="258" r:id="Ra432c59da8594152"/>
    <p:sldId xmlns:r="http://schemas.openxmlformats.org/officeDocument/2006/relationships" id="259" r:id="R530f275693004b1a"/>
    <p:sldId xmlns:r="http://schemas.openxmlformats.org/officeDocument/2006/relationships" id="260" r:id="Rb439c9b5e0ab4c3c"/>
    <p:sldId xmlns:r="http://schemas.openxmlformats.org/officeDocument/2006/relationships" id="261" r:id="R977896d56a98428d"/>
    <p:sldId xmlns:r="http://schemas.openxmlformats.org/officeDocument/2006/relationships" id="262" r:id="Raa9b2b530e9a491d"/>
    <p:sldId xmlns:r="http://schemas.openxmlformats.org/officeDocument/2006/relationships" id="263" r:id="R7a957e9e1e644b93"/>
    <p:sldId xmlns:r="http://schemas.openxmlformats.org/officeDocument/2006/relationships" id="264" r:id="Rfa847aaa19ce485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584a3cb9e04b76" /><Relationship Type="http://schemas.openxmlformats.org/officeDocument/2006/relationships/slideMaster" Target="/ppt/slideMasters/slideMaster1.xml" Id="R40047bd6a1d14e27" /><Relationship Type="http://schemas.openxmlformats.org/officeDocument/2006/relationships/notesMaster" Target="/ppt/notesMasters/notesMaster1.xml" Id="R85c84381323e4528" /><Relationship Type="http://schemas.openxmlformats.org/officeDocument/2006/relationships/presProps" Target="/ppt/presProps.xml" Id="Rc3bde8756900458f" /><Relationship Type="http://schemas.openxmlformats.org/officeDocument/2006/relationships/viewProps" Target="/ppt/viewProps.xml" Id="R31ea88cab1af4f7e" /><Relationship Type="http://schemas.openxmlformats.org/officeDocument/2006/relationships/tableStyles" Target="/ppt/tableStyles.xml" Id="Rce05df806c2c4b9d" /><Relationship Type="http://schemas.openxmlformats.org/officeDocument/2006/relationships/slide" Target="/ppt/slides/slide1.xml" Id="Rc2975acc0f5c4b0e" /><Relationship Type="http://schemas.openxmlformats.org/officeDocument/2006/relationships/slide" Target="/ppt/slides/slide2.xml" Id="R4d23de41077c40c4" /><Relationship Type="http://schemas.openxmlformats.org/officeDocument/2006/relationships/slide" Target="/ppt/slides/slide3.xml" Id="Ra432c59da8594152" /><Relationship Type="http://schemas.openxmlformats.org/officeDocument/2006/relationships/slide" Target="/ppt/slides/slide4.xml" Id="R530f275693004b1a" /><Relationship Type="http://schemas.openxmlformats.org/officeDocument/2006/relationships/slide" Target="/ppt/slides/slide5.xml" Id="Rb439c9b5e0ab4c3c" /><Relationship Type="http://schemas.openxmlformats.org/officeDocument/2006/relationships/slide" Target="/ppt/slides/slide6.xml" Id="R977896d56a98428d" /><Relationship Type="http://schemas.openxmlformats.org/officeDocument/2006/relationships/slide" Target="/ppt/slides/slide7.xml" Id="Raa9b2b530e9a491d" /><Relationship Type="http://schemas.openxmlformats.org/officeDocument/2006/relationships/slide" Target="/ppt/slides/slide8.xml" Id="R7a957e9e1e644b93" /><Relationship Type="http://schemas.openxmlformats.org/officeDocument/2006/relationships/slide" Target="/ppt/slides/slide9.xml" Id="Rfa847aaa19ce48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88477d9ea84b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fb24b726ed4c3a" /><Relationship Type="http://schemas.openxmlformats.org/officeDocument/2006/relationships/notesMaster" Target="/ppt/notesMasters/notesMaster1.xml" Id="R34878f84119040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2006fc5ae14348" /><Relationship Type="http://schemas.openxmlformats.org/officeDocument/2006/relationships/notesMaster" Target="/ppt/notesMasters/notesMaster1.xml" Id="Rc062a47daca341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4c67e70c8542dc" /><Relationship Type="http://schemas.openxmlformats.org/officeDocument/2006/relationships/notesMaster" Target="/ppt/notesMasters/notesMaster1.xml" Id="Ra09d8405565849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f92146eeaa48d0" /><Relationship Type="http://schemas.openxmlformats.org/officeDocument/2006/relationships/notesMaster" Target="/ppt/notesMasters/notesMaster1.xml" Id="Re2255951dc654a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78105d67bc4720" /><Relationship Type="http://schemas.openxmlformats.org/officeDocument/2006/relationships/notesMaster" Target="/ppt/notesMasters/notesMaster1.xml" Id="R55bd93032c554c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78151a95b24cd0" /><Relationship Type="http://schemas.openxmlformats.org/officeDocument/2006/relationships/notesMaster" Target="/ppt/notesMasters/notesMaster1.xml" Id="Rc493bda3d5ff40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753bec26bb4db0" /><Relationship Type="http://schemas.openxmlformats.org/officeDocument/2006/relationships/notesMaster" Target="/ppt/notesMasters/notesMaster1.xml" Id="R5adec9ce88ba46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a97172b2854151" /><Relationship Type="http://schemas.openxmlformats.org/officeDocument/2006/relationships/notesMaster" Target="/ppt/notesMasters/notesMaster1.xml" Id="Rfb2adb06ef434b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c1a48b0aa54dab" /><Relationship Type="http://schemas.openxmlformats.org/officeDocument/2006/relationships/notesMaster" Target="/ppt/notesMasters/notesMaster1.xml" Id="R8e6611e31a974a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требований: https://lms2.kgeu.ru/mod/page/view.php?id=14361</a:t>
            </a:r>
          </a:p>
          <a:p xmlns:a="http://schemas.openxmlformats.org/drawingml/2006/main">
            <a:r>
              <a:t>Модель: https://huggingface.co/onnxmodelzoo/mnist-12</a:t>
            </a:r>
          </a:p>
          <a:p xmlns:a="http://schemas.openxmlformats.org/drawingml/2006/main">
            <a:r>
              <a:t>Результаты: artifacts/evaluation.json. Не утверждать, что CI или облачный запуск выполнены, до фактической публикации.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требований: https://lms2.kgeu.ru/mod/page/view.php?id=14361</a:t>
            </a:r>
          </a:p>
          <a:p xmlns:a="http://schemas.openxmlformats.org/drawingml/2006/main">
            <a:r>
              <a:t>Модель: https://huggingface.co/onnxmodelzoo/mnist-12</a:t>
            </a:r>
          </a:p>
          <a:p xmlns:a="http://schemas.openxmlformats.org/drawingml/2006/main">
            <a:r>
              <a:t>Результаты: artifacts/evaluation.json. Не утверждать, что CI или облачный запуск выполнены, до фактической публикации.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требований: https://lms2.kgeu.ru/mod/page/view.php?id=14361</a:t>
            </a:r>
          </a:p>
          <a:p xmlns:a="http://schemas.openxmlformats.org/drawingml/2006/main">
            <a:r>
              <a:t>Модель: https://huggingface.co/onnxmodelzoo/mnist-12</a:t>
            </a:r>
          </a:p>
          <a:p xmlns:a="http://schemas.openxmlformats.org/drawingml/2006/main">
            <a:r>
              <a:t>Результаты: artifacts/evaluation.json. Не утверждать, что CI или облачный запуск выполнены, до фактической публикации.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требований: https://lms2.kgeu.ru/mod/page/view.php?id=14361</a:t>
            </a:r>
          </a:p>
          <a:p xmlns:a="http://schemas.openxmlformats.org/drawingml/2006/main">
            <a:r>
              <a:t>Модель: https://huggingface.co/onnxmodelzoo/mnist-12</a:t>
            </a:r>
          </a:p>
          <a:p xmlns:a="http://schemas.openxmlformats.org/drawingml/2006/main">
            <a:r>
              <a:t>Результаты: artifacts/evaluation.json. Не утверждать, что CI или облачный запуск выполнены, до фактической публикации.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требований: https://lms2.kgeu.ru/mod/page/view.php?id=14361</a:t>
            </a:r>
          </a:p>
          <a:p xmlns:a="http://schemas.openxmlformats.org/drawingml/2006/main">
            <a:r>
              <a:t>Модель: https://huggingface.co/onnxmodelzoo/mnist-12</a:t>
            </a:r>
          </a:p>
          <a:p xmlns:a="http://schemas.openxmlformats.org/drawingml/2006/main">
            <a:r>
              <a:t>Результаты: artifacts/evaluation.json. Не утверждать, что CI или облачный запуск выполнены, до фактической публикации.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требований: https://lms2.kgeu.ru/mod/page/view.php?id=14361</a:t>
            </a:r>
          </a:p>
          <a:p xmlns:a="http://schemas.openxmlformats.org/drawingml/2006/main">
            <a:r>
              <a:t>Модель: https://huggingface.co/onnxmodelzoo/mnist-12</a:t>
            </a:r>
          </a:p>
          <a:p xmlns:a="http://schemas.openxmlformats.org/drawingml/2006/main">
            <a:r>
              <a:t>Результаты: artifacts/evaluation.json. Не утверждать, что CI или облачный запуск выполнены, до фактической публикации.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требований: https://lms2.kgeu.ru/mod/page/view.php?id=14361</a:t>
            </a:r>
          </a:p>
          <a:p xmlns:a="http://schemas.openxmlformats.org/drawingml/2006/main">
            <a:r>
              <a:t>Модель: https://huggingface.co/onnxmodelzoo/mnist-12</a:t>
            </a:r>
          </a:p>
          <a:p xmlns:a="http://schemas.openxmlformats.org/drawingml/2006/main">
            <a:r>
              <a:t>Результаты: artifacts/evaluation.json. Не утверждать, что CI или облачный запуск выполнены, до фактической публикации.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требований: https://lms2.kgeu.ru/mod/page/view.php?id=14361</a:t>
            </a:r>
          </a:p>
          <a:p xmlns:a="http://schemas.openxmlformats.org/drawingml/2006/main">
            <a:r>
              <a:t>Модель: https://huggingface.co/onnxmodelzoo/mnist-12</a:t>
            </a:r>
          </a:p>
          <a:p xmlns:a="http://schemas.openxmlformats.org/drawingml/2006/main">
            <a:r>
              <a:t>Результаты: artifacts/evaluation.json. Не утверждать, что CI или облачный запуск выполнены, до фактической публикации.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требований: https://lms2.kgeu.ru/mod/page/view.php?id=14361</a:t>
            </a:r>
          </a:p>
          <a:p xmlns:a="http://schemas.openxmlformats.org/drawingml/2006/main">
            <a:r>
              <a:t>Модель: https://huggingface.co/onnxmodelzoo/mnist-12</a:t>
            </a:r>
          </a:p>
          <a:p xmlns:a="http://schemas.openxmlformats.org/drawingml/2006/main">
            <a:r>
              <a:t>Результаты: artifacts/evaluation.json. Не утверждать, что CI или облачный запуск выполнены, до фактической публикации.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af76e62d24c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83b86321942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8532cca604a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6e935611074e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e2f5f8281147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3514951a2d4b0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d155296f145a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f505db2915403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099c6e3fb42e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19549906e418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ea0bc1d3742a8" /></Relationships>
</file>

<file path=ppt/slideLayouts/slideLayout1.xml><?xml version="1.0" encoding="utf-8"?>
<p:sldLayout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07FBC7F6-8795-41B3-BFE1-6177D44CCE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7AC4982E-FFAD-46E6-AFB3-30582E5635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Образец подзаголовка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08402079-772A-41C1-B1F9-0A4ABB720A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FFCB9A-AB07-414D-B5B4-770EA6F63619}" type="datetimeFigureOut">
              <a:t>11.09.2024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EDEF62D7-68D4-4E93-B5B8-B0032F5103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2F925EB-6037-455A-A0AC-F6CDFEC19F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BF9A7-C7A4-4EC0-9887-AD1A62F8C92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09B5F6D-C0E6-47F4-8F3D-3A0A3F7BA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7A190986-10BF-4618-8435-EB10348427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097D632B-E621-46E4-84E1-C75BFF8722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FFCB9A-AB07-414D-B5B4-770EA6F63619}" type="datetimeFigureOut">
              <a:t>11.09.2024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3FB4D0D8-4427-457B-A0EA-D162A49D19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38C7F25-91C9-4C39-8E7F-63635845FD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BF9A7-C7A4-4EC0-9887-AD1A62F8C92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4846C36-D875-418B-8581-D49729AD4B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F4D5738-604F-46FE-A13E-045D47E6C7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051BD515-18D3-42FD-9ABE-771F45CCCB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FFCB9A-AB07-414D-B5B4-770EA6F63619}" type="datetimeFigureOut">
              <a:t>11.09.2024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AFF83DD5-7A5A-4305-8D6C-FEE242A7F3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5CCF7D11-A3F6-4A42-80F6-77D12ECEE4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BF9A7-C7A4-4EC0-9887-AD1A62F8C92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8E52114-C2ED-4EA2-808F-F7AC9F203C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9E4895FC-3304-4421-8B5F-AC8AFF7BFEF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11B73E55-D392-4579-8CA9-66E7A7900A5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892B8821-973A-407D-A6A9-39757D2718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FFCB9A-AB07-414D-B5B4-770EA6F63619}" type="datetimeFigureOut">
              <a:t>11.09.2024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9492CC07-BC72-46B4-A5C5-409A856083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31C54706-C2BB-482E-B69F-4F5CE5074B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BF9A7-C7A4-4EC0-9887-AD1A62F8C92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0C5D0126-37D9-495C-9B45-242E7E500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7670E1F1-0E6D-44AB-9FDC-565CCFA56F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7B8D54A0-DFE2-4087-8BD3-1439984FD3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853D770A-6327-4070-B0BD-5E5EC4F02E6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5B64E74A-2AFB-4472-86F2-4282D21840A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Дата 6">
            <a:extLst xmlns:a="http://schemas.openxmlformats.org/drawingml/2006/main">
              <a:ext uri="{FF2B5EF4-FFF2-40B4-BE49-F238E27FC236}">
                <a16:creationId xmlns:a16="http://schemas.microsoft.com/office/drawing/2014/main" id="{4AE74FFB-CCC6-4098-9102-029C03A680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FFCB9A-AB07-414D-B5B4-770EA6F63619}" type="datetimeFigureOut">
              <a:t>11.09.2024</a:t>
            </a:fld>
            <a:endParaRPr/>
          </a:p>
        </p:txBody>
      </p:sp>
      <p:sp>
        <p:nvSpPr>
          <p:cNvPr id="8" name="Нижний колонтитул 7">
            <a:extLst xmlns:a="http://schemas.openxmlformats.org/drawingml/2006/main">
              <a:ext uri="{FF2B5EF4-FFF2-40B4-BE49-F238E27FC236}">
                <a16:creationId xmlns:a16="http://schemas.microsoft.com/office/drawing/2014/main" id="{274BA8E9-A857-4EFC-9789-CD22894F8B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Номер слайда 8">
            <a:extLst xmlns:a="http://schemas.openxmlformats.org/drawingml/2006/main">
              <a:ext uri="{FF2B5EF4-FFF2-40B4-BE49-F238E27FC236}">
                <a16:creationId xmlns:a16="http://schemas.microsoft.com/office/drawing/2014/main" id="{98E3819E-A3F1-40FC-B260-E4F324C3E9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BF9A7-C7A4-4EC0-9887-AD1A62F8C92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F9403E6-1439-4B37-AF64-790F5258C4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Дата 2">
            <a:extLst xmlns:a="http://schemas.openxmlformats.org/drawingml/2006/main">
              <a:ext uri="{FF2B5EF4-FFF2-40B4-BE49-F238E27FC236}">
                <a16:creationId xmlns:a16="http://schemas.microsoft.com/office/drawing/2014/main" id="{6A28FD9A-76BE-4F02-9BEE-447FF0EA03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FFCB9A-AB07-414D-B5B4-770EA6F63619}" type="datetimeFigureOut">
              <a:t>11.09.2024</a:t>
            </a:fld>
            <a:endParaRPr/>
          </a:p>
        </p:txBody>
      </p:sp>
      <p:sp>
        <p:nvSpPr>
          <p:cNvPr id="4" name="Нижний колонтитул 3">
            <a:extLst xmlns:a="http://schemas.openxmlformats.org/drawingml/2006/main">
              <a:ext uri="{FF2B5EF4-FFF2-40B4-BE49-F238E27FC236}">
                <a16:creationId xmlns:a16="http://schemas.microsoft.com/office/drawing/2014/main" id="{E80C383E-DC04-4961-80EA-BC8EED3235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Номер слайда 4">
            <a:extLst xmlns:a="http://schemas.openxmlformats.org/drawingml/2006/main">
              <a:ext uri="{FF2B5EF4-FFF2-40B4-BE49-F238E27FC236}">
                <a16:creationId xmlns:a16="http://schemas.microsoft.com/office/drawing/2014/main" id="{139B7487-30F2-465D-BDDE-11D8905E75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BF9A7-C7A4-4EC0-9887-AD1A62F8C92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Дата 1">
            <a:extLst xmlns:a="http://schemas.openxmlformats.org/drawingml/2006/main">
              <a:ext uri="{FF2B5EF4-FFF2-40B4-BE49-F238E27FC236}">
                <a16:creationId xmlns:a16="http://schemas.microsoft.com/office/drawing/2014/main" id="{746A319B-0710-4C2E-893F-D933B50A02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FFCB9A-AB07-414D-B5B4-770EA6F63619}" type="datetimeFigureOut">
              <a:t>11.09.2024</a:t>
            </a:fld>
            <a:endParaRPr/>
          </a:p>
        </p:txBody>
      </p:sp>
      <p:sp>
        <p:nvSpPr>
          <p:cNvPr id="3" name="Нижний колонтитул 2">
            <a:extLst xmlns:a="http://schemas.openxmlformats.org/drawingml/2006/main">
              <a:ext uri="{FF2B5EF4-FFF2-40B4-BE49-F238E27FC236}">
                <a16:creationId xmlns:a16="http://schemas.microsoft.com/office/drawing/2014/main" id="{838F2CEC-5345-490C-853B-AE25870064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Номер слайда 3">
            <a:extLst xmlns:a="http://schemas.openxmlformats.org/drawingml/2006/main">
              <a:ext uri="{FF2B5EF4-FFF2-40B4-BE49-F238E27FC236}">
                <a16:creationId xmlns:a16="http://schemas.microsoft.com/office/drawing/2014/main" id="{48B4EBD2-3B9C-4D51-966D-CE3063B423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BF9A7-C7A4-4EC0-9887-AD1A62F8C92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A18BCD5-5918-4E00-9506-E0CF429ACD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9A7B247E-10DA-4983-9D37-2259512EA7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77E7225F-5BF7-4131-B1DA-8A5CB4AA20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7A2BBFC-E089-425C-B9B1-F9845C2FF9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FFCB9A-AB07-414D-B5B4-770EA6F63619}" type="datetimeFigureOut">
              <a:t>11.09.2024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D5C74B6F-D154-4E44-BFA0-1F3C018590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2511870B-D35C-4E4B-A095-663552DF34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BF9A7-C7A4-4EC0-9887-AD1A62F8C92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4ED6740-D547-4B60-8B27-EC50D55A81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8212BB6C-1F7C-4DC9-BA78-90CC425BA75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FB44AC5D-D765-4307-A09E-92CA9CC13F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36D575D8-8CD4-4126-9AA4-2B81717035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FFCB9A-AB07-414D-B5B4-770EA6F63619}" type="datetimeFigureOut">
              <a:t>11.09.2024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79D1F053-1423-429D-AFEB-C15E295175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1BFBBDBE-F1E1-4558-8DA3-10A421AAE1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BF9A7-C7A4-4EC0-9887-AD1A62F8C92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E6961A0B-5125-4C3D-A140-95DA22C502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6057085F-FC73-45F1-A2D5-A7BCAC8666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97D231AD-D5D8-495F-A536-15EC887317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FFCB9A-AB07-414D-B5B4-770EA6F63619}" type="datetimeFigureOut">
              <a:t>11.09.2024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5A341187-6950-44F1-9FD4-7031A612D0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B49A4927-2D0F-4408-8945-A1CA3BAD3D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BF9A7-C7A4-4EC0-9887-AD1A62F8C92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Вертикальный 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E98A94C2-0E21-482C-81ED-28C12E01B3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9CEB1C34-22D2-4AA3-B2D3-B76B4B8C6F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05209C77-1BE9-4D02-9FB1-9981410DD8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FFCB9A-AB07-414D-B5B4-770EA6F63619}" type="datetimeFigureOut">
              <a:t>11.09.2024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4151D31-7168-47A5-AEB6-E1394CB0A6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417F8DD-B76F-4CF8-B541-B0A6948F2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8BF9A7-C7A4-4EC0-9887-AD1A62F8C928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c6b9c1973a495c" /><Relationship Type="http://schemas.openxmlformats.org/officeDocument/2006/relationships/slideLayout" Target="/ppt/slideLayouts/slideLayout1.xml" Id="Rd501487561ae43ba" /><Relationship Type="http://schemas.openxmlformats.org/officeDocument/2006/relationships/slideLayout" Target="/ppt/slideLayouts/slideLayout2.xml" Id="R7f9c526b3eac4a59" /><Relationship Type="http://schemas.openxmlformats.org/officeDocument/2006/relationships/slideLayout" Target="/ppt/slideLayouts/slideLayout3.xml" Id="Rffb8b970c3da4954" /><Relationship Type="http://schemas.openxmlformats.org/officeDocument/2006/relationships/slideLayout" Target="/ppt/slideLayouts/slideLayout4.xml" Id="R8c050c14e45a4604" /><Relationship Type="http://schemas.openxmlformats.org/officeDocument/2006/relationships/slideLayout" Target="/ppt/slideLayouts/slideLayout5.xml" Id="R646b12b3da3648b7" /><Relationship Type="http://schemas.openxmlformats.org/officeDocument/2006/relationships/slideLayout" Target="/ppt/slideLayouts/slideLayout6.xml" Id="Re116bbf32f404da3" /><Relationship Type="http://schemas.openxmlformats.org/officeDocument/2006/relationships/slideLayout" Target="/ppt/slideLayouts/slideLayout7.xml" Id="Ra0436257ce5247df" /><Relationship Type="http://schemas.openxmlformats.org/officeDocument/2006/relationships/slideLayout" Target="/ppt/slideLayouts/slideLayout8.xml" Id="Ra41b67b607964fdc" /><Relationship Type="http://schemas.openxmlformats.org/officeDocument/2006/relationships/slideLayout" Target="/ppt/slideLayouts/slideLayout9.xml" Id="R6fc198a315ba4d99" /><Relationship Type="http://schemas.openxmlformats.org/officeDocument/2006/relationships/slideLayout" Target="/ppt/slideLayouts/slideLayout10.xml" Id="R1687cffc04a24895" /><Relationship Type="http://schemas.openxmlformats.org/officeDocument/2006/relationships/slideLayout" Target="/ppt/slideLayouts/slideLayout11.xml" Id="Rd27760fbbde540c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74B6D7-2A00-4389-A22B-930769459D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A912C7C-1F68-4494-B577-554E7C7436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463E6970-23FC-4034-8FD3-F8573CB54F2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5FFCB9A-AB07-414D-B5B4-770EA6F63619}" type="datetimeFigureOut">
              <a:t>11.09.2024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593072D0-114C-492D-B198-F47A6326573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AAF52637-ADDB-4561-9705-71B175B1FB4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08BF9A7-C7A4-4EC0-9887-AD1A62F8C92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01487561ae43ba"/>
    <p:sldLayoutId xmlns:r="http://schemas.openxmlformats.org/officeDocument/2006/relationships" id="2147483650" r:id="R7f9c526b3eac4a59"/>
    <p:sldLayoutId xmlns:r="http://schemas.openxmlformats.org/officeDocument/2006/relationships" id="2147483651" r:id="Rffb8b970c3da4954"/>
    <p:sldLayoutId xmlns:r="http://schemas.openxmlformats.org/officeDocument/2006/relationships" id="2147483652" r:id="R8c050c14e45a4604"/>
    <p:sldLayoutId xmlns:r="http://schemas.openxmlformats.org/officeDocument/2006/relationships" id="2147483653" r:id="R646b12b3da3648b7"/>
    <p:sldLayoutId xmlns:r="http://schemas.openxmlformats.org/officeDocument/2006/relationships" id="2147483654" r:id="Re116bbf32f404da3"/>
    <p:sldLayoutId xmlns:r="http://schemas.openxmlformats.org/officeDocument/2006/relationships" id="2147483655" r:id="Ra0436257ce5247df"/>
    <p:sldLayoutId xmlns:r="http://schemas.openxmlformats.org/officeDocument/2006/relationships" id="2147483656" r:id="Ra41b67b607964fdc"/>
    <p:sldLayoutId xmlns:r="http://schemas.openxmlformats.org/officeDocument/2006/relationships" id="2147483657" r:id="R6fc198a315ba4d99"/>
    <p:sldLayoutId xmlns:r="http://schemas.openxmlformats.org/officeDocument/2006/relationships" id="2147483658" r:id="R1687cffc04a24895"/>
    <p:sldLayoutId xmlns:r="http://schemas.openxmlformats.org/officeDocument/2006/relationships" id="2147483659" r:id="Rd27760fbbde540c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9e7852baf467d" /><Relationship Type="http://schemas.openxmlformats.org/officeDocument/2006/relationships/image" Target="/ppt/media/image.jpeg" Id="Rd30615ea53eb4344" /><Relationship Type="http://schemas.openxmlformats.org/officeDocument/2006/relationships/notesSlide" Target="/ppt/notesSlides/notesSlide1.xml" Id="Read26297cf3940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04741762714a37" /><Relationship Type="http://schemas.openxmlformats.org/officeDocument/2006/relationships/notesSlide" Target="/ppt/notesSlides/notesSlide2.xml" Id="R32a49de66cc741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b9851dbdac40e2" /><Relationship Type="http://schemas.openxmlformats.org/officeDocument/2006/relationships/notesSlide" Target="/ppt/notesSlides/notesSlide3.xml" Id="Re22cfd04a99c40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de48fd567d459f" /><Relationship Type="http://schemas.openxmlformats.org/officeDocument/2006/relationships/notesSlide" Target="/ppt/notesSlides/notesSlide4.xml" Id="Rc3c88cfbc44e4b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80a40b687d4b02" /><Relationship Type="http://schemas.openxmlformats.org/officeDocument/2006/relationships/image" Target="/ppt/media/image2.jpeg" Id="R952aa2bb913f4775" /><Relationship Type="http://schemas.openxmlformats.org/officeDocument/2006/relationships/notesSlide" Target="/ppt/notesSlides/notesSlide5.xml" Id="R2f5c2bc38f1e4f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01d36aaa364e09" /><Relationship Type="http://schemas.openxmlformats.org/officeDocument/2006/relationships/notesSlide" Target="/ppt/notesSlides/notesSlide6.xml" Id="R593653b3a6cc43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567506bdbc4258" /><Relationship Type="http://schemas.openxmlformats.org/officeDocument/2006/relationships/notesSlide" Target="/ppt/notesSlides/notesSlide7.xml" Id="R55cbefa4aa6749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1641ac88b64cd4" /><Relationship Type="http://schemas.openxmlformats.org/officeDocument/2006/relationships/notesSlide" Target="/ppt/notesSlides/notesSlide8.xml" Id="Rba58599aacbe4d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12c26e46684a50" /><Relationship Type="http://schemas.openxmlformats.org/officeDocument/2006/relationships/notesSlide" Target="/ppt/notesSlides/notesSlide9.xml" Id="Rf8bd6c1a49bd42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Рисунок 1">
            <a:extLst xmlns:a="http://schemas.openxmlformats.org/drawingml/2006/main">
              <a:ext uri="{FF2B5EF4-FFF2-40B4-BE49-F238E27FC236}">
                <a16:creationId xmlns:a16="http://schemas.microsoft.com/office/drawing/2014/main" id="{885E76F8-18E0-43B0-87C8-11EE5F7031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615ea53eb43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6869753-9F3B-4C53-8E56-7E7076C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952500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DigitLab</a:t>
            </a:r>
          </a:p>
          <a:p xmlns:a="http://schemas.openxmlformats.org/drawingml/2006/main">
            <a:pPr marL="0" indent="0"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Распознавание</a:t>
            </a:r>
          </a:p>
          <a:p xmlns:a="http://schemas.openxmlformats.org/drawingml/2006/main">
            <a:pPr marL="0" indent="0"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рукописных цифр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83D7F4B3-1F19-4201-9557-DDF12DBE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953750" cy="1859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38100" rIns="38100" bIns="38100">
            <a:sp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Проектный практикум КГЭУ</a:t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Программная инженерия</a:t>
            </a:r>
          </a:p>
          <a:p xmlns:a="http://schemas.openxmlformats.org/drawingml/2006/main">
            <a:pPr marL="0" indent="0">
              <a:buNone/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Пескишев Егор Юрьевич</a:t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Группа ЗИИНм-1-26</a:t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8839067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620" y="920165"/>
            <a:ext cx="10865327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4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2pPr>
            <a:lvl3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3pPr>
            <a:lvl4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4pPr>
            <a:lvl5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5pPr>
            <a:lvl6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6pPr>
            <a:lvl7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7pPr>
            <a:lvl8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8pPr>
            <a:lvl9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0" indent="0" algn="l">
              <a:buNone/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C00000"/>
                </a:solidFill>
                <a:latin typeface="Verdana"/>
                <a:ea typeface="Verdana"/>
                <a:cs typeface="Verdana"/>
              </a:rPr>
              <a:t>ЗАДАЧА ПРОЕКТА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BB893850-79F8-4257-9B38-1693348B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0953750" cy="28536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38100" rIns="38100" bIns="38100">
            <a:sp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Доступ к готовой нейросети через Web и API</a:t>
            </a:r>
          </a:p>
          <a:p xmlns:a="http://schemas.openxmlformats.org/drawingml/2006/main">
            <a:pPr marL="0" indent="0">
              <a:buNone/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Вход: изображение одной цифры от 0 до 9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Выход: распознанный класс и оценки вероятностей</a:t>
            </a:r>
          </a:p>
          <a:p xmlns:a="http://schemas.openxmlformats.org/drawingml/2006/main">
            <a:pPr marL="0" indent="0">
              <a:buNone/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Модель загружается с Hugging Face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Обучение модели не выполняется</a:t>
            </a:r>
          </a:p>
          <a:p xmlns:a="http://schemas.openxmlformats.org/drawingml/2006/main">
            <a:pPr marL="0" indent="0">
              <a:buNone/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Разработка выполнена индивидуально</a:t>
            </a:r>
          </a:p>
        </p:txBody>
      </p:sp>
      <p:sp>
        <p:nvSpPr>
          <p:cNvPr id="33" name="Прямоугольник 32">
            <a:extLst xmlns:a="http://schemas.openxmlformats.org/drawingml/2006/main">
              <a:ext uri="{FF2B5EF4-FFF2-40B4-BE49-F238E27FC236}">
                <a16:creationId xmlns:a16="http://schemas.microsoft.com/office/drawing/2014/main" id="{7FA5C6F5-1EFF-42A3-80C5-C8DCFA9B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117" y="1252701"/>
            <a:ext cx="5560883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38100" rIns="38100" bIns="38100">
            <a:sp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719281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620" y="920165"/>
            <a:ext cx="10865327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4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2pPr>
            <a:lvl3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3pPr>
            <a:lvl4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4pPr>
            <a:lvl5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5pPr>
            <a:lvl6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6pPr>
            <a:lvl7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7pPr>
            <a:lvl8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8pPr>
            <a:lvl9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0" indent="0" algn="l">
              <a:buNone/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C00000"/>
                </a:solidFill>
                <a:latin typeface="Verdana"/>
                <a:ea typeface="Verdana"/>
                <a:cs typeface="Verdana"/>
              </a:rPr>
              <a:t>МОДЕЛЬ С HUGGING FACE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6441B485-D7CD-49CD-A4E6-BA79C5E7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0953750" cy="316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38100" rIns="38100" bIns="38100">
            <a:sp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onnxmodelzoo/mnist-12</a:t>
            </a:r>
          </a:p>
          <a:p xmlns:a="http://schemas.openxmlformats.org/drawingml/2006/main">
            <a:pPr marL="0" indent="0">
              <a:buNone/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Свёрточная нейросеть из ONNX Model Zoo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Обучена на наборе MNIST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Веса: 26 143 байта, формат ONNX, opset 12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Вход: float32, форма 1 × 1 × 28 × 28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Выход: десять логитов, затем softmax</a:t>
            </a:r>
          </a:p>
          <a:p xmlns:a="http://schemas.openxmlformats.org/drawingml/2006/main">
            <a:pPr marL="0" indent="0">
              <a:buNone/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Фиксированная ревизия и проверка SHA256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https://huggingface.co/onnxmodelzoo/mnist-12</a:t>
            </a:r>
          </a:p>
        </p:txBody>
      </p:sp>
    </p:spTree>
    <p:extLst>
      <p:ext uri="{BB962C8B-B14F-4D97-AF65-F5344CB8AC3E}">
        <p14:creationId xmlns:p14="http://schemas.microsoft.com/office/powerpoint/2010/main" val="33693773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620" y="920165"/>
            <a:ext cx="10865327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4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2pPr>
            <a:lvl3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3pPr>
            <a:lvl4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4pPr>
            <a:lvl5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5pPr>
            <a:lvl6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6pPr>
            <a:lvl7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7pPr>
            <a:lvl8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8pPr>
            <a:lvl9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0" indent="0" algn="l">
              <a:buNone/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C00000"/>
                </a:solidFill>
                <a:latin typeface="Verdana"/>
                <a:ea typeface="Verdana"/>
                <a:cs typeface="Verdana"/>
              </a:rPr>
              <a:t>АРХИТЕКТУРА ПРИЛОЖЕНИЯ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6441B485-D7CD-49CD-A4E6-BA79C5E7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0953750" cy="28536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38100" rIns="38100" bIns="38100">
            <a:sp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Браузер пользователя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↓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Streamlit — загрузка изображения и вывод результата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↓ HTTP POST /predict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FastAPI — проверка файла и предобработка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↓ тензор 1 × 1 × 28 × 28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ONNX Runtime — инференс готовой модели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    ↓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JSON с классом и десятью вероятностями</a:t>
            </a:r>
          </a:p>
        </p:txBody>
      </p:sp>
    </p:spTree>
    <p:extLst>
      <p:ext uri="{BB962C8B-B14F-4D97-AF65-F5344CB8AC3E}">
        <p14:creationId xmlns:p14="http://schemas.microsoft.com/office/powerpoint/2010/main" val="10967199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620" y="920165"/>
            <a:ext cx="10865327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4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2pPr>
            <a:lvl3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3pPr>
            <a:lvl4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4pPr>
            <a:lvl5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5pPr>
            <a:lvl6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6pPr>
            <a:lvl7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7pPr>
            <a:lvl8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8pPr>
            <a:lvl9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0" indent="0" algn="l">
              <a:buNone/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C00000"/>
                </a:solidFill>
                <a:latin typeface="Verdana"/>
                <a:ea typeface="Verdana"/>
                <a:cs typeface="Verdana"/>
              </a:rPr>
              <a:t>ДЕМОНСТРАЦИЯ ПРИЛОЖЕНИЯ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4D44A65F-E188-4968-B07C-25421CD2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0953750" cy="350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38100" rIns="38100" bIns="38100">
            <a:sp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Интерфейс Streamlit с результатом реального вызова FastAPI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A48CA-967F-464C-976F-EAB07BD66B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aa2bb913f4775"/>
          <a:stretch xmlns:a="http://schemas.openxmlformats.org/drawingml/2006/main"/>
        </p:blipFill>
        <p:spPr>
          <a:xfrm xmlns:a="http://schemas.openxmlformats.org/drawingml/2006/main">
            <a:off x="1899708" y="1714500"/>
            <a:ext cx="8297333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0887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620" y="920165"/>
            <a:ext cx="10865327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4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2pPr>
            <a:lvl3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3pPr>
            <a:lvl4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4pPr>
            <a:lvl5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5pPr>
            <a:lvl6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6pPr>
            <a:lvl7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7pPr>
            <a:lvl8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8pPr>
            <a:lvl9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0" indent="0" algn="l">
              <a:buNone/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C00000"/>
                </a:solidFill>
                <a:latin typeface="Verdana"/>
                <a:ea typeface="Verdana"/>
                <a:cs typeface="Verdana"/>
              </a:rPr>
              <a:t>ОРГАНИЗАЦИЯ РАЗРАБОТКИ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4D44A65F-E188-4968-B07C-25421CD2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0953750" cy="316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38100" rIns="38100" bIns="38100">
            <a:sp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Автор: Пескишев Егор Юрьевич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Группа ЗИИНм-1-26, индивидуальное выполнение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GitHub: https://github.com/PoM1nkey</a:t>
            </a:r>
          </a:p>
          <a:p xmlns:a="http://schemas.openxmlformats.org/drawingml/2006/main">
            <a:pPr marL="0" indent="0">
              <a:buNone/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В составе проекта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Код Streamlit и FastAPI, модуль инференса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Тесты, workflow GitHub Actions, Dockerfile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Notebook для Google Colab и документация</a:t>
            </a:r>
          </a:p>
          <a:p xmlns:a="http://schemas.openxmlformats.org/drawingml/2006/main">
            <a:pPr marL="0" indent="0">
              <a:buNone/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Репозиторий публикуется после локальной проверки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54640B7-37D8-39C6-7B48-F65AC3E4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064" y="1260525"/>
            <a:ext cx="5560883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38100" rIns="38100" bIns="38100">
            <a:sp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637590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620" y="920165"/>
            <a:ext cx="10865327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4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2pPr>
            <a:lvl3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3pPr>
            <a:lvl4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4pPr>
            <a:lvl5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5pPr>
            <a:lvl6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6pPr>
            <a:lvl7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7pPr>
            <a:lvl8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8pPr>
            <a:lvl9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0" indent="0" algn="l">
              <a:buNone/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C00000"/>
                </a:solidFill>
                <a:latin typeface="Verdana"/>
                <a:ea typeface="Verdana"/>
                <a:cs typeface="Verdana"/>
              </a:rPr>
              <a:t>ТЕСТЫ И РАЗВЁРТЫВАНИЕ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4D44A65F-E188-4968-B07C-25421CD2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0953750" cy="28536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38100" rIns="38100" bIns="38100">
            <a:sp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pytest проверяет реальный инференс и HTTP API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Проверяются ошибки входа, лимит файла и вероятности</a:t>
            </a:r>
          </a:p>
          <a:p xmlns:a="http://schemas.openxmlformats.org/drawingml/2006/main">
            <a:pPr marL="0" indent="0">
              <a:buNone/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CI запускает тесты при push и pull request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CD вызывает deploy hook после успешных тестов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Для CD требуется секрет DEPLOY_HOOK</a:t>
            </a:r>
          </a:p>
          <a:p xmlns:a="http://schemas.openxmlformats.org/drawingml/2006/main">
            <a:pPr marL="0" indent="0">
              <a:buNone/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Docker запускает Streamlit и FastAPI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Облачная публикация требует отдельного запуска</a:t>
            </a:r>
          </a:p>
        </p:txBody>
      </p:sp>
    </p:spTree>
    <p:extLst>
      <p:ext uri="{BB962C8B-B14F-4D97-AF65-F5344CB8AC3E}">
        <p14:creationId xmlns:p14="http://schemas.microsoft.com/office/powerpoint/2010/main" val="29932607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620" y="920165"/>
            <a:ext cx="10865327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4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2pPr>
            <a:lvl3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3pPr>
            <a:lvl4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4pPr>
            <a:lvl5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5pPr>
            <a:lvl6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6pPr>
            <a:lvl7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7pPr>
            <a:lvl8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8pPr>
            <a:lvl9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0" indent="0" algn="l">
              <a:buNone/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C00000"/>
                </a:solidFill>
                <a:latin typeface="Verdana"/>
                <a:ea typeface="Verdana"/>
                <a:cs typeface="Verdana"/>
              </a:rPr>
              <a:t>РЕЗУЛЬТАТЫ И ОГРАНИЧЕНИЯ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9859100C-1BEA-48D9-9758-3D655F10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0953750" cy="28536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38100" rIns="38100" bIns="38100">
            <a:sp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Создано приложение на готовой модели Hugging Face</a:t>
            </a:r>
          </a:p>
          <a:p xmlns:a="http://schemas.openxmlformats.org/drawingml/2006/main">
            <a:pPr marL="0" indent="0">
              <a:buNone/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Проверка на первых 1000 изображениях MNIST test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Исходная модель: 98.4%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Полный конвейер: 98.0%</a:t>
            </a:r>
          </a:p>
          <a:p xmlns:a="http://schemas.openxmlformats.org/drawingml/2006/main">
            <a:pPr marL="0" indent="0">
              <a:buNone/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Одна цифра на однотонном фоне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Softmax не гарантирует правильность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Фотографии и произвольные рисунки требуют отдельной оценки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45322A68-87C4-417D-8E3D-5B22DB5C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211" y="1260525"/>
            <a:ext cx="5560883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38100" tIns="38100" rIns="38100" bIns="38100">
            <a:sp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975788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620" y="920165"/>
            <a:ext cx="10865327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04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620" y="3175961"/>
            <a:ext cx="10865327" cy="6459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8100" tIns="38100" rIns="38100" bIns="3810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2pPr>
            <a:lvl3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3pPr>
            <a:lvl4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4pPr>
            <a:lvl5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5pPr>
            <a:lvl6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6pPr>
            <a:lvl7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7pPr>
            <a:lvl8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8pPr>
            <a:lvl9pPr algn="l"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0" indent="0" algn="l">
              <a:buNone/>
              <a:defRPr sz="2400" b="1">
                <a:solidFill>
                  <a:srgbClr val="C0000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C00000"/>
                </a:solidFill>
                <a:latin typeface="Verdana"/>
                <a:ea typeface="Verdana"/>
                <a:cs typeface="Verdana"/>
              </a:rPr>
              <a:t>СПАСИБО ЗА ВНИМАНИЕ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F46AA37-D9E8-497C-80E1-BA0A4BC4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0477500" cy="967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38100" rIns="38100" bIns="38100">
            <a:sp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l">
              <a:buNone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Пескишев Егор Юрьевич</a:t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ЗИИНм-1-26</a:t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https://github.com/PoM1nkey</a:t>
            </a:r>
          </a:p>
        </p:txBody>
      </p:sp>
    </p:spTree>
    <p:extLst>
      <p:ext uri="{BB962C8B-B14F-4D97-AF65-F5344CB8AC3E}">
        <p14:creationId xmlns:p14="http://schemas.microsoft.com/office/powerpoint/2010/main" val="3602219001"/>
      </p:ext>
    </p:extLst>
  </p:cSld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2026-10-24T16:08:03.0480000Z</dcterms:created>
  <dcterms:modified xsi:type="dcterms:W3CDTF">2026-10-24T16:08:03.0480000Z</dcterms:modified>
</coreProperties>
</file>